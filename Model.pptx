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87" r:id="rId2"/>
    <p:sldId id="310" r:id="rId3"/>
    <p:sldId id="289" r:id="rId4"/>
    <p:sldId id="309" r:id="rId5"/>
    <p:sldId id="311" r:id="rId6"/>
    <p:sldId id="28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AD2378-1E0C-4BC6-BE8E-5F6CC4A46F8F}" v="740" dt="2025-10-08T09:20:21.1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81"/>
  </p:normalViewPr>
  <p:slideViewPr>
    <p:cSldViewPr snapToGrid="0">
      <p:cViewPr varScale="1">
        <p:scale>
          <a:sx n="116" d="100"/>
          <a:sy n="116" d="100"/>
        </p:scale>
        <p:origin x="3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lak Khan (P23CI0013)" userId="002cc5a2-538a-4390-aa04-25a25f795236" providerId="ADAL" clId="{13AB8677-4E33-42E1-ACAA-CAE936123C56}"/>
    <pc:docChg chg="undo custSel addSld modSld sldOrd">
      <pc:chgData name="Falak Khan (P23CI0013)" userId="002cc5a2-538a-4390-aa04-25a25f795236" providerId="ADAL" clId="{13AB8677-4E33-42E1-ACAA-CAE936123C56}" dt="2025-10-08T09:20:21.165" v="2130" actId="20577"/>
      <pc:docMkLst>
        <pc:docMk/>
      </pc:docMkLst>
      <pc:sldChg chg="addSp delSp modSp mod ord addAnim delAnim modAnim">
        <pc:chgData name="Falak Khan (P23CI0013)" userId="002cc5a2-538a-4390-aa04-25a25f795236" providerId="ADAL" clId="{13AB8677-4E33-42E1-ACAA-CAE936123C56}" dt="2025-10-08T09:20:21.165" v="2130" actId="20577"/>
        <pc:sldMkLst>
          <pc:docMk/>
          <pc:sldMk cId="2284040982" sldId="288"/>
        </pc:sldMkLst>
        <pc:spChg chg="add del mod">
          <ac:chgData name="Falak Khan (P23CI0013)" userId="002cc5a2-538a-4390-aa04-25a25f795236" providerId="ADAL" clId="{13AB8677-4E33-42E1-ACAA-CAE936123C56}" dt="2025-10-08T09:13:49.169" v="1915" actId="1076"/>
          <ac:spMkLst>
            <pc:docMk/>
            <pc:sldMk cId="2284040982" sldId="288"/>
            <ac:spMk id="2" creationId="{99ED0228-868B-41F9-29E5-1587FE894A11}"/>
          </ac:spMkLst>
        </pc:spChg>
        <pc:spChg chg="add mod">
          <ac:chgData name="Falak Khan (P23CI0013)" userId="002cc5a2-538a-4390-aa04-25a25f795236" providerId="ADAL" clId="{13AB8677-4E33-42E1-ACAA-CAE936123C56}" dt="2025-10-08T09:13:59.866" v="1918" actId="14100"/>
          <ac:spMkLst>
            <pc:docMk/>
            <pc:sldMk cId="2284040982" sldId="288"/>
            <ac:spMk id="4" creationId="{11594B52-9A2A-DF3F-2CA7-4DCF661F1019}"/>
          </ac:spMkLst>
        </pc:spChg>
        <pc:spChg chg="add mod">
          <ac:chgData name="Falak Khan (P23CI0013)" userId="002cc5a2-538a-4390-aa04-25a25f795236" providerId="ADAL" clId="{13AB8677-4E33-42E1-ACAA-CAE936123C56}" dt="2025-10-08T09:20:21.165" v="2130" actId="20577"/>
          <ac:spMkLst>
            <pc:docMk/>
            <pc:sldMk cId="2284040982" sldId="288"/>
            <ac:spMk id="5" creationId="{E4B58346-D3F4-D4A6-85D4-80437B6D6417}"/>
          </ac:spMkLst>
        </pc:spChg>
        <pc:spChg chg="add del mod">
          <ac:chgData name="Falak Khan (P23CI0013)" userId="002cc5a2-538a-4390-aa04-25a25f795236" providerId="ADAL" clId="{13AB8677-4E33-42E1-ACAA-CAE936123C56}" dt="2025-10-08T08:20:07.847" v="1804" actId="478"/>
          <ac:spMkLst>
            <pc:docMk/>
            <pc:sldMk cId="2284040982" sldId="288"/>
            <ac:spMk id="7" creationId="{24CD7246-686C-F823-9C70-715E55134EA4}"/>
          </ac:spMkLst>
        </pc:spChg>
        <pc:spChg chg="add mod">
          <ac:chgData name="Falak Khan (P23CI0013)" userId="002cc5a2-538a-4390-aa04-25a25f795236" providerId="ADAL" clId="{13AB8677-4E33-42E1-ACAA-CAE936123C56}" dt="2025-10-08T09:13:39.897" v="1913" actId="1076"/>
          <ac:spMkLst>
            <pc:docMk/>
            <pc:sldMk cId="2284040982" sldId="288"/>
            <ac:spMk id="9" creationId="{D6CB0CF6-20FA-E53D-9E08-7B0EEDFBDBE5}"/>
          </ac:spMkLst>
        </pc:spChg>
        <pc:spChg chg="add mod">
          <ac:chgData name="Falak Khan (P23CI0013)" userId="002cc5a2-538a-4390-aa04-25a25f795236" providerId="ADAL" clId="{13AB8677-4E33-42E1-ACAA-CAE936123C56}" dt="2025-10-08T09:13:44.674" v="1914" actId="1076"/>
          <ac:spMkLst>
            <pc:docMk/>
            <pc:sldMk cId="2284040982" sldId="288"/>
            <ac:spMk id="11" creationId="{8A939D86-F3E7-0C10-4520-C7275DCC43CF}"/>
          </ac:spMkLst>
        </pc:spChg>
        <pc:picChg chg="del">
          <ac:chgData name="Falak Khan (P23CI0013)" userId="002cc5a2-538a-4390-aa04-25a25f795236" providerId="ADAL" clId="{13AB8677-4E33-42E1-ACAA-CAE936123C56}" dt="2025-10-08T08:15:56.297" v="1694" actId="478"/>
          <ac:picMkLst>
            <pc:docMk/>
            <pc:sldMk cId="2284040982" sldId="288"/>
            <ac:picMk id="15" creationId="{F7CB345B-EB32-C759-624E-AAEA66BABD23}"/>
          </ac:picMkLst>
        </pc:picChg>
        <pc:cxnChg chg="add mod">
          <ac:chgData name="Falak Khan (P23CI0013)" userId="002cc5a2-538a-4390-aa04-25a25f795236" providerId="ADAL" clId="{13AB8677-4E33-42E1-ACAA-CAE936123C56}" dt="2025-10-08T09:18:30.369" v="2031" actId="1076"/>
          <ac:cxnSpMkLst>
            <pc:docMk/>
            <pc:sldMk cId="2284040982" sldId="288"/>
            <ac:cxnSpMk id="10" creationId="{F379DD19-DCE3-4D02-FB15-7F2B5787A59F}"/>
          </ac:cxnSpMkLst>
        </pc:cxnChg>
        <pc:cxnChg chg="add mod">
          <ac:chgData name="Falak Khan (P23CI0013)" userId="002cc5a2-538a-4390-aa04-25a25f795236" providerId="ADAL" clId="{13AB8677-4E33-42E1-ACAA-CAE936123C56}" dt="2025-10-08T09:20:07.545" v="2098" actId="1076"/>
          <ac:cxnSpMkLst>
            <pc:docMk/>
            <pc:sldMk cId="2284040982" sldId="288"/>
            <ac:cxnSpMk id="13" creationId="{75DDD684-EE6F-1581-0681-4A75CF4F54D4}"/>
          </ac:cxnSpMkLst>
        </pc:cxnChg>
      </pc:sldChg>
      <pc:sldChg chg="addSp delSp modSp mod ord">
        <pc:chgData name="Falak Khan (P23CI0013)" userId="002cc5a2-538a-4390-aa04-25a25f795236" providerId="ADAL" clId="{13AB8677-4E33-42E1-ACAA-CAE936123C56}" dt="2025-10-08T07:32:11.672" v="1203" actId="14100"/>
        <pc:sldMkLst>
          <pc:docMk/>
          <pc:sldMk cId="3599895691" sldId="289"/>
        </pc:sldMkLst>
        <pc:spChg chg="add mod">
          <ac:chgData name="Falak Khan (P23CI0013)" userId="002cc5a2-538a-4390-aa04-25a25f795236" providerId="ADAL" clId="{13AB8677-4E33-42E1-ACAA-CAE936123C56}" dt="2025-10-08T07:32:11.672" v="1203" actId="14100"/>
          <ac:spMkLst>
            <pc:docMk/>
            <pc:sldMk cId="3599895691" sldId="289"/>
            <ac:spMk id="8" creationId="{3C442194-DD9F-7D9D-DDB0-E87E524FCF09}"/>
          </ac:spMkLst>
        </pc:spChg>
        <pc:picChg chg="add del mod">
          <ac:chgData name="Falak Khan (P23CI0013)" userId="002cc5a2-538a-4390-aa04-25a25f795236" providerId="ADAL" clId="{13AB8677-4E33-42E1-ACAA-CAE936123C56}" dt="2025-10-08T07:15:15.691" v="975" actId="478"/>
          <ac:picMkLst>
            <pc:docMk/>
            <pc:sldMk cId="3599895691" sldId="289"/>
            <ac:picMk id="4" creationId="{69DBC9FE-FDA0-F649-DCE5-F11933607289}"/>
          </ac:picMkLst>
        </pc:picChg>
        <pc:picChg chg="add mod">
          <ac:chgData name="Falak Khan (P23CI0013)" userId="002cc5a2-538a-4390-aa04-25a25f795236" providerId="ADAL" clId="{13AB8677-4E33-42E1-ACAA-CAE936123C56}" dt="2025-10-08T07:32:06.215" v="1201" actId="14100"/>
          <ac:picMkLst>
            <pc:docMk/>
            <pc:sldMk cId="3599895691" sldId="289"/>
            <ac:picMk id="7" creationId="{D35F0991-7F22-154F-BF32-1D694E450E5B}"/>
          </ac:picMkLst>
        </pc:picChg>
      </pc:sldChg>
      <pc:sldChg chg="addSp delSp modSp add mod ord">
        <pc:chgData name="Falak Khan (P23CI0013)" userId="002cc5a2-538a-4390-aa04-25a25f795236" providerId="ADAL" clId="{13AB8677-4E33-42E1-ACAA-CAE936123C56}" dt="2025-10-08T06:57:04.275" v="963" actId="14100"/>
        <pc:sldMkLst>
          <pc:docMk/>
          <pc:sldMk cId="4189978175" sldId="310"/>
        </pc:sldMkLst>
        <pc:spChg chg="add del">
          <ac:chgData name="Falak Khan (P23CI0013)" userId="002cc5a2-538a-4390-aa04-25a25f795236" providerId="ADAL" clId="{13AB8677-4E33-42E1-ACAA-CAE936123C56}" dt="2025-10-08T06:08:49.587" v="5" actId="478"/>
          <ac:spMkLst>
            <pc:docMk/>
            <pc:sldMk cId="4189978175" sldId="310"/>
            <ac:spMk id="2" creationId="{997769EE-5151-9D9E-87CF-DE7A9B613028}"/>
          </ac:spMkLst>
        </pc:spChg>
        <pc:spChg chg="add del mod">
          <ac:chgData name="Falak Khan (P23CI0013)" userId="002cc5a2-538a-4390-aa04-25a25f795236" providerId="ADAL" clId="{13AB8677-4E33-42E1-ACAA-CAE936123C56}" dt="2025-10-08T06:11:18.728" v="49" actId="478"/>
          <ac:spMkLst>
            <pc:docMk/>
            <pc:sldMk cId="4189978175" sldId="310"/>
            <ac:spMk id="4" creationId="{2A62DE00-1819-C6C9-CE61-C7947497C320}"/>
          </ac:spMkLst>
        </pc:spChg>
        <pc:spChg chg="add mod">
          <ac:chgData name="Falak Khan (P23CI0013)" userId="002cc5a2-538a-4390-aa04-25a25f795236" providerId="ADAL" clId="{13AB8677-4E33-42E1-ACAA-CAE936123C56}" dt="2025-10-08T06:11:56.903" v="98" actId="1076"/>
          <ac:spMkLst>
            <pc:docMk/>
            <pc:sldMk cId="4189978175" sldId="310"/>
            <ac:spMk id="5" creationId="{6BEE598E-FB43-E664-1B79-2A096821D6F4}"/>
          </ac:spMkLst>
        </pc:spChg>
        <pc:spChg chg="add mod">
          <ac:chgData name="Falak Khan (P23CI0013)" userId="002cc5a2-538a-4390-aa04-25a25f795236" providerId="ADAL" clId="{13AB8677-4E33-42E1-ACAA-CAE936123C56}" dt="2025-10-08T06:30:03.522" v="735" actId="113"/>
          <ac:spMkLst>
            <pc:docMk/>
            <pc:sldMk cId="4189978175" sldId="310"/>
            <ac:spMk id="7" creationId="{57432715-A53A-9CDC-0EFD-FF415023E5DF}"/>
          </ac:spMkLst>
        </pc:spChg>
        <pc:spChg chg="add mod">
          <ac:chgData name="Falak Khan (P23CI0013)" userId="002cc5a2-538a-4390-aa04-25a25f795236" providerId="ADAL" clId="{13AB8677-4E33-42E1-ACAA-CAE936123C56}" dt="2025-10-08T06:57:04.275" v="963" actId="14100"/>
          <ac:spMkLst>
            <pc:docMk/>
            <pc:sldMk cId="4189978175" sldId="310"/>
            <ac:spMk id="10" creationId="{D5893087-BF2D-39C1-A744-A220FF72A5C4}"/>
          </ac:spMkLst>
        </pc:spChg>
        <pc:picChg chg="add mod">
          <ac:chgData name="Falak Khan (P23CI0013)" userId="002cc5a2-538a-4390-aa04-25a25f795236" providerId="ADAL" clId="{13AB8677-4E33-42E1-ACAA-CAE936123C56}" dt="2025-10-08T06:52:10.613" v="742" actId="1076"/>
          <ac:picMkLst>
            <pc:docMk/>
            <pc:sldMk cId="4189978175" sldId="310"/>
            <ac:picMk id="9" creationId="{689C6A6E-5571-3595-6CE4-D968AC9CB21F}"/>
          </ac:picMkLst>
        </pc:picChg>
        <pc:picChg chg="del">
          <ac:chgData name="Falak Khan (P23CI0013)" userId="002cc5a2-538a-4390-aa04-25a25f795236" providerId="ADAL" clId="{13AB8677-4E33-42E1-ACAA-CAE936123C56}" dt="2025-10-08T06:05:23.554" v="1" actId="478"/>
          <ac:picMkLst>
            <pc:docMk/>
            <pc:sldMk cId="4189978175" sldId="310"/>
            <ac:picMk id="15" creationId="{6B2EE61B-9BCB-C645-F2C7-FDB49D33BC8F}"/>
          </ac:picMkLst>
        </pc:picChg>
      </pc:sldChg>
      <pc:sldChg chg="addSp delSp modSp add mod addAnim delAnim modAnim">
        <pc:chgData name="Falak Khan (P23CI0013)" userId="002cc5a2-538a-4390-aa04-25a25f795236" providerId="ADAL" clId="{13AB8677-4E33-42E1-ACAA-CAE936123C56}" dt="2025-10-08T08:19:47.634" v="1803" actId="1076"/>
        <pc:sldMkLst>
          <pc:docMk/>
          <pc:sldMk cId="1666469187" sldId="311"/>
        </pc:sldMkLst>
        <pc:spChg chg="add mod">
          <ac:chgData name="Falak Khan (P23CI0013)" userId="002cc5a2-538a-4390-aa04-25a25f795236" providerId="ADAL" clId="{13AB8677-4E33-42E1-ACAA-CAE936123C56}" dt="2025-10-08T07:32:29.452" v="1224" actId="20577"/>
          <ac:spMkLst>
            <pc:docMk/>
            <pc:sldMk cId="1666469187" sldId="311"/>
            <ac:spMk id="2" creationId="{B1B9CF1B-3EE4-6B54-D0CD-349FE41898A1}"/>
          </ac:spMkLst>
        </pc:spChg>
        <pc:spChg chg="add mod">
          <ac:chgData name="Falak Khan (P23CI0013)" userId="002cc5a2-538a-4390-aa04-25a25f795236" providerId="ADAL" clId="{13AB8677-4E33-42E1-ACAA-CAE936123C56}" dt="2025-10-08T07:41:42.940" v="1461" actId="1076"/>
          <ac:spMkLst>
            <pc:docMk/>
            <pc:sldMk cId="1666469187" sldId="311"/>
            <ac:spMk id="4" creationId="{0BCF2642-FCA0-1255-9136-0FAC8095654E}"/>
          </ac:spMkLst>
        </pc:spChg>
        <pc:spChg chg="add del mod">
          <ac:chgData name="Falak Khan (P23CI0013)" userId="002cc5a2-538a-4390-aa04-25a25f795236" providerId="ADAL" clId="{13AB8677-4E33-42E1-ACAA-CAE936123C56}" dt="2025-10-08T08:16:12.091" v="1698" actId="21"/>
          <ac:spMkLst>
            <pc:docMk/>
            <pc:sldMk cId="1666469187" sldId="311"/>
            <ac:spMk id="7" creationId="{24CD7246-686C-F823-9C70-715E55134EA4}"/>
          </ac:spMkLst>
        </pc:spChg>
        <pc:spChg chg="add mod">
          <ac:chgData name="Falak Khan (P23CI0013)" userId="002cc5a2-538a-4390-aa04-25a25f795236" providerId="ADAL" clId="{13AB8677-4E33-42E1-ACAA-CAE936123C56}" dt="2025-10-08T07:44:10.445" v="1464"/>
          <ac:spMkLst>
            <pc:docMk/>
            <pc:sldMk cId="1666469187" sldId="311"/>
            <ac:spMk id="8" creationId="{6F607F99-C855-A9A2-104B-B0FFCD63EE79}"/>
          </ac:spMkLst>
        </pc:spChg>
        <pc:spChg chg="add del mod">
          <ac:chgData name="Falak Khan (P23CI0013)" userId="002cc5a2-538a-4390-aa04-25a25f795236" providerId="ADAL" clId="{13AB8677-4E33-42E1-ACAA-CAE936123C56}" dt="2025-10-08T08:16:01.343" v="1695" actId="21"/>
          <ac:spMkLst>
            <pc:docMk/>
            <pc:sldMk cId="1666469187" sldId="311"/>
            <ac:spMk id="9" creationId="{D6CB0CF6-20FA-E53D-9E08-7B0EEDFBDBE5}"/>
          </ac:spMkLst>
        </pc:spChg>
        <pc:spChg chg="add mod">
          <ac:chgData name="Falak Khan (P23CI0013)" userId="002cc5a2-538a-4390-aa04-25a25f795236" providerId="ADAL" clId="{13AB8677-4E33-42E1-ACAA-CAE936123C56}" dt="2025-10-08T07:44:36.630" v="1481"/>
          <ac:spMkLst>
            <pc:docMk/>
            <pc:sldMk cId="1666469187" sldId="311"/>
            <ac:spMk id="10" creationId="{22178CC9-B0CC-5D40-33EB-D274BD81D011}"/>
          </ac:spMkLst>
        </pc:spChg>
        <pc:spChg chg="add del mod">
          <ac:chgData name="Falak Khan (P23CI0013)" userId="002cc5a2-538a-4390-aa04-25a25f795236" providerId="ADAL" clId="{13AB8677-4E33-42E1-ACAA-CAE936123C56}" dt="2025-10-08T08:16:22.852" v="1700" actId="21"/>
          <ac:spMkLst>
            <pc:docMk/>
            <pc:sldMk cId="1666469187" sldId="311"/>
            <ac:spMk id="11" creationId="{8A939D86-F3E7-0C10-4520-C7275DCC43CF}"/>
          </ac:spMkLst>
        </pc:spChg>
        <pc:spChg chg="add mod">
          <ac:chgData name="Falak Khan (P23CI0013)" userId="002cc5a2-538a-4390-aa04-25a25f795236" providerId="ADAL" clId="{13AB8677-4E33-42E1-ACAA-CAE936123C56}" dt="2025-10-08T08:18:36.733" v="1755" actId="207"/>
          <ac:spMkLst>
            <pc:docMk/>
            <pc:sldMk cId="1666469187" sldId="311"/>
            <ac:spMk id="22" creationId="{8A6ACA02-7CF8-D0B1-13FC-D6C91D51DC87}"/>
          </ac:spMkLst>
        </pc:spChg>
        <pc:spChg chg="add mod">
          <ac:chgData name="Falak Khan (P23CI0013)" userId="002cc5a2-538a-4390-aa04-25a25f795236" providerId="ADAL" clId="{13AB8677-4E33-42E1-ACAA-CAE936123C56}" dt="2025-10-08T08:18:45.105" v="1756"/>
          <ac:spMkLst>
            <pc:docMk/>
            <pc:sldMk cId="1666469187" sldId="311"/>
            <ac:spMk id="23" creationId="{A1BB0C1E-B089-EAF9-F222-9A194C733A3F}"/>
          </ac:spMkLst>
        </pc:spChg>
        <pc:spChg chg="add mod">
          <ac:chgData name="Falak Khan (P23CI0013)" userId="002cc5a2-538a-4390-aa04-25a25f795236" providerId="ADAL" clId="{13AB8677-4E33-42E1-ACAA-CAE936123C56}" dt="2025-10-08T08:18:59.133" v="1763" actId="20577"/>
          <ac:spMkLst>
            <pc:docMk/>
            <pc:sldMk cId="1666469187" sldId="311"/>
            <ac:spMk id="24" creationId="{6FF2C235-7AC6-AE3D-0C6F-1401F165E997}"/>
          </ac:spMkLst>
        </pc:spChg>
        <pc:spChg chg="add mod">
          <ac:chgData name="Falak Khan (P23CI0013)" userId="002cc5a2-538a-4390-aa04-25a25f795236" providerId="ADAL" clId="{13AB8677-4E33-42E1-ACAA-CAE936123C56}" dt="2025-10-08T08:19:21.795" v="1780" actId="14100"/>
          <ac:spMkLst>
            <pc:docMk/>
            <pc:sldMk cId="1666469187" sldId="311"/>
            <ac:spMk id="25" creationId="{E9552002-0F41-75D4-4EB7-FEDA37BEA739}"/>
          </ac:spMkLst>
        </pc:spChg>
        <pc:spChg chg="add mod">
          <ac:chgData name="Falak Khan (P23CI0013)" userId="002cc5a2-538a-4390-aa04-25a25f795236" providerId="ADAL" clId="{13AB8677-4E33-42E1-ACAA-CAE936123C56}" dt="2025-10-08T08:19:44.414" v="1802" actId="14100"/>
          <ac:spMkLst>
            <pc:docMk/>
            <pc:sldMk cId="1666469187" sldId="311"/>
            <ac:spMk id="26" creationId="{BEB7700A-BE57-9C31-53D7-0C7B3C12E7FA}"/>
          </ac:spMkLst>
        </pc:spChg>
        <pc:picChg chg="add mod">
          <ac:chgData name="Falak Khan (P23CI0013)" userId="002cc5a2-538a-4390-aa04-25a25f795236" providerId="ADAL" clId="{13AB8677-4E33-42E1-ACAA-CAE936123C56}" dt="2025-10-08T08:19:27.225" v="1782" actId="1076"/>
          <ac:picMkLst>
            <pc:docMk/>
            <pc:sldMk cId="1666469187" sldId="311"/>
            <ac:picMk id="15" creationId="{B46803ED-213A-09CD-E54D-6BF46AE225B5}"/>
          </ac:picMkLst>
        </pc:picChg>
        <pc:picChg chg="add mod">
          <ac:chgData name="Falak Khan (P23CI0013)" userId="002cc5a2-538a-4390-aa04-25a25f795236" providerId="ADAL" clId="{13AB8677-4E33-42E1-ACAA-CAE936123C56}" dt="2025-10-08T08:17:51.956" v="1730" actId="1076"/>
          <ac:picMkLst>
            <pc:docMk/>
            <pc:sldMk cId="1666469187" sldId="311"/>
            <ac:picMk id="17" creationId="{E39334DA-3D50-2282-1315-8F22B864A163}"/>
          </ac:picMkLst>
        </pc:picChg>
        <pc:picChg chg="add mod">
          <ac:chgData name="Falak Khan (P23CI0013)" userId="002cc5a2-538a-4390-aa04-25a25f795236" providerId="ADAL" clId="{13AB8677-4E33-42E1-ACAA-CAE936123C56}" dt="2025-10-08T08:19:47.634" v="1803" actId="1076"/>
          <ac:picMkLst>
            <pc:docMk/>
            <pc:sldMk cId="1666469187" sldId="311"/>
            <ac:picMk id="19" creationId="{45F8E993-D917-9C62-06CD-2B07FDA76288}"/>
          </ac:picMkLst>
        </pc:picChg>
        <pc:picChg chg="add mod">
          <ac:chgData name="Falak Khan (P23CI0013)" userId="002cc5a2-538a-4390-aa04-25a25f795236" providerId="ADAL" clId="{13AB8677-4E33-42E1-ACAA-CAE936123C56}" dt="2025-10-08T08:18:06.639" v="1733" actId="1076"/>
          <ac:picMkLst>
            <pc:docMk/>
            <pc:sldMk cId="1666469187" sldId="311"/>
            <ac:picMk id="21" creationId="{BBE191A8-A2A6-A4B7-BB3C-1FA96109E3C2}"/>
          </ac:picMkLst>
        </pc:picChg>
        <pc:cxnChg chg="add mod">
          <ac:chgData name="Falak Khan (P23CI0013)" userId="002cc5a2-538a-4390-aa04-25a25f795236" providerId="ADAL" clId="{13AB8677-4E33-42E1-ACAA-CAE936123C56}" dt="2025-10-08T07:41:46.171" v="1462" actId="1076"/>
          <ac:cxnSpMkLst>
            <pc:docMk/>
            <pc:sldMk cId="1666469187" sldId="311"/>
            <ac:cxnSpMk id="5" creationId="{B8F85B9B-8AE1-D4C7-AD08-277DF6D55FCB}"/>
          </ac:cxnSpMkLst>
        </pc:cxnChg>
      </pc:sldChg>
      <pc:sldChg chg="add">
        <pc:chgData name="Falak Khan (P23CI0013)" userId="002cc5a2-538a-4390-aa04-25a25f795236" providerId="ADAL" clId="{13AB8677-4E33-42E1-ACAA-CAE936123C56}" dt="2025-10-08T08:15:50.069" v="1691" actId="2890"/>
        <pc:sldMkLst>
          <pc:docMk/>
          <pc:sldMk cId="338767709" sldId="31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C69CA7-F852-4B06-993C-1AFCD46C9DC7}" type="datetimeFigureOut">
              <a:rPr lang="en-IN" smtClean="0"/>
              <a:t>08/10/25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C6CF95-1CA0-4835-8EB0-3C84331CFF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718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8B6C1-D07A-5A4A-E5A5-55E170999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9B7DE3-D77C-416A-132D-0C463F88E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CA6C4-C5D8-B97D-2690-48B8FE5A9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24E99-70C4-D15E-3D5F-D50D0996C3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36D1A-43B5-48A3-A8ED-B159D1A1F47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673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4A1D1-6A30-DD73-F300-9CE8BC6B43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17F465-5A50-35A5-D847-240EB5E902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789A5-EA21-E219-B250-96B5F97E3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4554-8CAC-4E19-8EF3-A82EE389C7F6}" type="datetimeFigureOut">
              <a:rPr lang="en-IN" smtClean="0"/>
              <a:t>08/10/25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BD9A0-5A85-4A9B-9EA6-3F11CEB26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E25AD-9E4C-63F6-540C-4EB8484E5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4352-9E7C-4B5F-A59C-BB7CB91FD2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066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9A22-1607-69BF-04DC-50A31D5F2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132ED-6DBC-D095-0BEA-3EA32840A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76DC4-BB8F-16CD-4507-C63450F8C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4554-8CAC-4E19-8EF3-A82EE389C7F6}" type="datetimeFigureOut">
              <a:rPr lang="en-IN" smtClean="0"/>
              <a:t>08/10/25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29229-52D9-E610-D023-93B3B001D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A170A-5C14-F612-6AC8-C4BAF8AE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4352-9E7C-4B5F-A59C-BB7CB91FD2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055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365CD-7A55-7156-C361-EE21AC313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05AC9-ED62-79D4-7134-F8DA23A99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F29D0-7408-F454-D970-ED8EE61D7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4554-8CAC-4E19-8EF3-A82EE389C7F6}" type="datetimeFigureOut">
              <a:rPr lang="en-IN" smtClean="0"/>
              <a:t>08/10/25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57BCC-4CF5-BC3D-EF93-EC16312C7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16439-B998-D809-031D-F1F8FA99E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4352-9E7C-4B5F-A59C-BB7CB91FD2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542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7B5E7-B521-847B-6F5B-81ED6ED9D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B2A32-A37F-E1F0-423C-54105FC1E6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6C9C99-42DB-11C4-03E0-9CBC695C28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CAFCF-9597-16FC-534B-304631B4C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4554-8CAC-4E19-8EF3-A82EE389C7F6}" type="datetimeFigureOut">
              <a:rPr lang="en-IN" smtClean="0"/>
              <a:t>08/10/25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C97358-C38A-2B97-37A6-546CBC5F7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7489ED-4899-6FDB-9238-6BC2D8362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4352-9E7C-4B5F-A59C-BB7CB91FD2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862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9884E-9556-5898-A748-3EC4ABF62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14E0B-BD30-07FD-87A4-E1335F903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601578-B5A4-9877-8152-076375892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8A57B4-8B19-BE15-CB24-508A06763B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004318-91FE-69AE-DDCB-DA0061737B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9962A6-BD42-1F5B-0FBF-4D39C49AB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4554-8CAC-4E19-8EF3-A82EE389C7F6}" type="datetimeFigureOut">
              <a:rPr lang="en-IN" smtClean="0"/>
              <a:t>08/10/25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30F41E-34CE-BC28-047A-7923DD6FD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87E505-0754-D17B-53DC-01CE88B57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4352-9E7C-4B5F-A59C-BB7CB91FD2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120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3802D-A77A-7DC1-5298-880BDFE9F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5DEBD4-D614-EE36-9A0D-3E21F4F68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4554-8CAC-4E19-8EF3-A82EE389C7F6}" type="datetimeFigureOut">
              <a:rPr lang="en-IN" smtClean="0"/>
              <a:t>08/10/25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8EC58E-FD86-9775-BA4E-CD069A3C2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EDA094-CFEC-446C-AB71-386954BB0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4352-9E7C-4B5F-A59C-BB7CB91FD2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697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A49B41-5FE7-FEB5-A8A1-23FC51D6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4554-8CAC-4E19-8EF3-A82EE389C7F6}" type="datetimeFigureOut">
              <a:rPr lang="en-IN" smtClean="0"/>
              <a:t>08/10/25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31047C-DD9E-260A-6ECA-A7D1FF7E2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2C249-194B-4422-C1B0-90CA302B8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4352-9E7C-4B5F-A59C-BB7CB91FD2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992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6D6C0-5BFF-A0B3-0C65-EE84A5760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D5C45-606C-738E-8449-DB89B78E2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B5D3C2-10AB-91D1-90F0-00202E3F1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025B6-D7CF-32EA-D407-AE05EE21C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4554-8CAC-4E19-8EF3-A82EE389C7F6}" type="datetimeFigureOut">
              <a:rPr lang="en-IN" smtClean="0"/>
              <a:t>08/10/25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04820-852D-C026-EE14-E269482C4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59FE60-8509-F107-8B76-34871C08E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4352-9E7C-4B5F-A59C-BB7CB91FD2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669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93BE2-1F58-F58D-4114-54587294D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1A0A10-47A2-2DEB-E394-DA3B6DED78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FBB6AB-790A-2420-CD60-3B790FD50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1288D-B677-9728-B4D0-D025B57F8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4554-8CAC-4E19-8EF3-A82EE389C7F6}" type="datetimeFigureOut">
              <a:rPr lang="en-IN" smtClean="0"/>
              <a:t>08/10/25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D98B5-34BA-43D8-CCB6-967CDAAB4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DE3A2-AAF8-49EC-03F0-002535550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4352-9E7C-4B5F-A59C-BB7CB91FD2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44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AD5D4-EEA4-69C8-0D11-F98EFF7B8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793DDA-B996-B40D-321B-9A6E5F88F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E82A4-6728-1F7C-F7D4-9C7BF4C45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4554-8CAC-4E19-8EF3-A82EE389C7F6}" type="datetimeFigureOut">
              <a:rPr lang="en-IN" smtClean="0"/>
              <a:t>08/10/25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9E737-4C11-414D-7B1A-319D79B09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0DD0F-DA85-6621-8AC2-535396BF4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4352-9E7C-4B5F-A59C-BB7CB91FD2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846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D26BA8-3CEB-A15D-C366-D92CBF736B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311C73-1D66-7F16-AC0F-5D5AEE3A0D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4E8E1-67BF-4B99-B9F7-D153A91A8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4554-8CAC-4E19-8EF3-A82EE389C7F6}" type="datetimeFigureOut">
              <a:rPr lang="en-IN" smtClean="0"/>
              <a:t>08/10/25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8A113-E1FD-D44C-1F52-7373EEA3E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CD07E-2140-9CEE-5905-86B2156B6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4352-9E7C-4B5F-A59C-BB7CB91FD2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789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501E07-1752-FFB7-A3CC-8016B6D9C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0675E-622F-70A0-54AE-9A2677759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B50D6-D9C5-836A-33C6-64F998D2A9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A64554-8CAC-4E19-8EF3-A82EE389C7F6}" type="datetimeFigureOut">
              <a:rPr lang="en-IN" smtClean="0"/>
              <a:t>08/10/25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185E6-C43D-5B43-C82D-AA39B809E0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F68DA-825E-76EC-6448-778E3EB704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724352-9E7C-4B5F-A59C-BB7CB91FD2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974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0D7AA9-C115-1383-8F45-6FF399B045F1}"/>
              </a:ext>
            </a:extLst>
          </p:cNvPr>
          <p:cNvSpPr/>
          <p:nvPr/>
        </p:nvSpPr>
        <p:spPr>
          <a:xfrm>
            <a:off x="2016334" y="778518"/>
            <a:ext cx="2435287" cy="4280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gency FB" panose="020B0503020202020204" pitchFamily="34" charset="0"/>
              </a:rPr>
              <a:t>NUMERICAL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39997A-2C2D-877B-3398-34C6D3964707}"/>
              </a:ext>
            </a:extLst>
          </p:cNvPr>
          <p:cNvSpPr/>
          <p:nvPr/>
        </p:nvSpPr>
        <p:spPr>
          <a:xfrm>
            <a:off x="2148840" y="2304232"/>
            <a:ext cx="2039112" cy="4208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gency FB" panose="020B0503020202020204" pitchFamily="34" charset="0"/>
              </a:rPr>
              <a:t>LOAD TIME HISTORIES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18AD6B-4310-5B86-7908-976B9D1669F1}"/>
              </a:ext>
            </a:extLst>
          </p:cNvPr>
          <p:cNvSpPr/>
          <p:nvPr/>
        </p:nvSpPr>
        <p:spPr>
          <a:xfrm>
            <a:off x="2322576" y="3091351"/>
            <a:ext cx="1592201" cy="4208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gency FB" panose="020B0503020202020204" pitchFamily="34" charset="0"/>
              </a:rPr>
              <a:t>SIMULATIONS</a:t>
            </a:r>
            <a:endParaRPr lang="en-US" sz="1600" b="1" dirty="0">
              <a:latin typeface="Agency FB" panose="020B0503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C99F32-94E5-2A8F-8ED7-98BC7DD1D79D}"/>
              </a:ext>
            </a:extLst>
          </p:cNvPr>
          <p:cNvSpPr/>
          <p:nvPr/>
        </p:nvSpPr>
        <p:spPr>
          <a:xfrm>
            <a:off x="1951268" y="1538587"/>
            <a:ext cx="2506637" cy="4208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gency FB" panose="020B0503020202020204" pitchFamily="34" charset="0"/>
              </a:rPr>
              <a:t>METOCEAN DATA</a:t>
            </a:r>
            <a:endParaRPr lang="en-US" sz="1600" b="1" dirty="0">
              <a:latin typeface="Agency FB" panose="020B0503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D7FE9E-F617-A35C-7811-EE911CC8F9E9}"/>
              </a:ext>
            </a:extLst>
          </p:cNvPr>
          <p:cNvSpPr/>
          <p:nvPr/>
        </p:nvSpPr>
        <p:spPr>
          <a:xfrm>
            <a:off x="1951268" y="3886119"/>
            <a:ext cx="2506637" cy="3991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gency FB" panose="020B0503020202020204" pitchFamily="34" charset="0"/>
              </a:rPr>
              <a:t>RESPONSE TIME HISTORIES</a:t>
            </a:r>
            <a:endParaRPr lang="en-US" sz="1600" b="1" dirty="0">
              <a:latin typeface="Agency FB" panose="020B0503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14228C-BD43-5A81-7466-8FE45E33AFAD}"/>
              </a:ext>
            </a:extLst>
          </p:cNvPr>
          <p:cNvSpPr/>
          <p:nvPr/>
        </p:nvSpPr>
        <p:spPr>
          <a:xfrm>
            <a:off x="2452193" y="4775497"/>
            <a:ext cx="1462584" cy="4208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gency FB" panose="020B0503020202020204" pitchFamily="34" charset="0"/>
              </a:rPr>
              <a:t>ANALYSIS</a:t>
            </a:r>
            <a:endParaRPr lang="en-US" sz="1600" b="1" dirty="0">
              <a:latin typeface="Agency FB" panose="020B0503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D70E67C-4161-7911-AC8A-14BF0FA80F28}"/>
              </a:ext>
            </a:extLst>
          </p:cNvPr>
          <p:cNvSpPr/>
          <p:nvPr/>
        </p:nvSpPr>
        <p:spPr>
          <a:xfrm>
            <a:off x="6047873" y="805569"/>
            <a:ext cx="2634975" cy="39375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Geometry, Soil Properties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71A3C86-7350-057A-DA0B-5EBC8A095A4A}"/>
              </a:ext>
            </a:extLst>
          </p:cNvPr>
          <p:cNvSpPr/>
          <p:nvPr/>
        </p:nvSpPr>
        <p:spPr>
          <a:xfrm>
            <a:off x="6063521" y="2237742"/>
            <a:ext cx="2873645" cy="547771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Aerodynamic, Hydrodynamic, (Hydrostatic, Gravity, Inertia)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9E8D269-4ED6-2585-442A-D54F4C844C4C}"/>
              </a:ext>
            </a:extLst>
          </p:cNvPr>
          <p:cNvSpPr/>
          <p:nvPr/>
        </p:nvSpPr>
        <p:spPr>
          <a:xfrm>
            <a:off x="6063522" y="1547603"/>
            <a:ext cx="3882190" cy="42080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Wind and Wave Data (Statistical Distribution)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E4D7EC4-6C50-B6BF-EFAC-7A9A1F0089F0}"/>
              </a:ext>
            </a:extLst>
          </p:cNvPr>
          <p:cNvSpPr/>
          <p:nvPr/>
        </p:nvSpPr>
        <p:spPr>
          <a:xfrm>
            <a:off x="6079171" y="3091351"/>
            <a:ext cx="3353587" cy="42080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&gt; 10000 Simulations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6A56E0D-D0D9-1984-D83B-51CE5CF7180A}"/>
              </a:ext>
            </a:extLst>
          </p:cNvPr>
          <p:cNvSpPr/>
          <p:nvPr/>
        </p:nvSpPr>
        <p:spPr>
          <a:xfrm>
            <a:off x="6047873" y="3895142"/>
            <a:ext cx="2475340" cy="399197"/>
          </a:xfrm>
          <a:prstGeom prst="roundRect">
            <a:avLst>
              <a:gd name="adj" fmla="val 21173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BM, SF, Rotation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3F54D6E-212C-6213-69B9-1CF9DF798216}"/>
              </a:ext>
            </a:extLst>
          </p:cNvPr>
          <p:cNvSpPr/>
          <p:nvPr/>
        </p:nvSpPr>
        <p:spPr>
          <a:xfrm>
            <a:off x="6079171" y="4631217"/>
            <a:ext cx="2475340" cy="74983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Limit State Formulation (ULS, FLS, SLS)</a:t>
            </a:r>
          </a:p>
          <a:p>
            <a:pPr algn="ctr"/>
            <a:r>
              <a:rPr lang="en-US" sz="1400" dirty="0"/>
              <a:t>Failure Mode Define</a:t>
            </a:r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159FFED6-5947-D27F-C0C5-38EF41FFF693}"/>
              </a:ext>
            </a:extLst>
          </p:cNvPr>
          <p:cNvSpPr/>
          <p:nvPr/>
        </p:nvSpPr>
        <p:spPr>
          <a:xfrm>
            <a:off x="3204587" y="1217047"/>
            <a:ext cx="71350" cy="3044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Arrow: Down 60">
            <a:extLst>
              <a:ext uri="{FF2B5EF4-FFF2-40B4-BE49-F238E27FC236}">
                <a16:creationId xmlns:a16="http://schemas.microsoft.com/office/drawing/2014/main" id="{9775B013-7F66-34B0-7E02-E4E8A01F21DF}"/>
              </a:ext>
            </a:extLst>
          </p:cNvPr>
          <p:cNvSpPr/>
          <p:nvPr/>
        </p:nvSpPr>
        <p:spPr>
          <a:xfrm>
            <a:off x="3204585" y="1971358"/>
            <a:ext cx="71350" cy="3044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Arrow: Down 61">
            <a:extLst>
              <a:ext uri="{FF2B5EF4-FFF2-40B4-BE49-F238E27FC236}">
                <a16:creationId xmlns:a16="http://schemas.microsoft.com/office/drawing/2014/main" id="{E5C6B44D-4E25-653F-EA8C-05A66FBA891E}"/>
              </a:ext>
            </a:extLst>
          </p:cNvPr>
          <p:cNvSpPr/>
          <p:nvPr/>
        </p:nvSpPr>
        <p:spPr>
          <a:xfrm>
            <a:off x="3183485" y="2756362"/>
            <a:ext cx="71350" cy="3044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Arrow: Down 62">
            <a:extLst>
              <a:ext uri="{FF2B5EF4-FFF2-40B4-BE49-F238E27FC236}">
                <a16:creationId xmlns:a16="http://schemas.microsoft.com/office/drawing/2014/main" id="{25F7E084-C18B-3327-5D87-AD6030519505}"/>
              </a:ext>
            </a:extLst>
          </p:cNvPr>
          <p:cNvSpPr/>
          <p:nvPr/>
        </p:nvSpPr>
        <p:spPr>
          <a:xfrm>
            <a:off x="3168910" y="3541602"/>
            <a:ext cx="71350" cy="3044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Arrow: Down 63">
            <a:extLst>
              <a:ext uri="{FF2B5EF4-FFF2-40B4-BE49-F238E27FC236}">
                <a16:creationId xmlns:a16="http://schemas.microsoft.com/office/drawing/2014/main" id="{FC7FD746-3F99-4532-06C9-0B361DBD88AA}"/>
              </a:ext>
            </a:extLst>
          </p:cNvPr>
          <p:cNvSpPr/>
          <p:nvPr/>
        </p:nvSpPr>
        <p:spPr>
          <a:xfrm>
            <a:off x="3162628" y="4291638"/>
            <a:ext cx="71350" cy="453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208164A-DB66-8F5D-18AB-C4E2FF4FB5E7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>
            <a:off x="4451621" y="992559"/>
            <a:ext cx="1596252" cy="9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43B3C54-52C5-1FA9-01CC-E4F9DA52F7AC}"/>
              </a:ext>
            </a:extLst>
          </p:cNvPr>
          <p:cNvCxnSpPr>
            <a:cxnSpLocks/>
            <a:stCxn id="5" idx="3"/>
            <a:endCxn id="18" idx="1"/>
          </p:cNvCxnSpPr>
          <p:nvPr/>
        </p:nvCxnSpPr>
        <p:spPr>
          <a:xfrm flipV="1">
            <a:off x="4187952" y="2511628"/>
            <a:ext cx="1875569" cy="30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260496F-C51A-87CE-D8CF-3BD08B1EE1C9}"/>
              </a:ext>
            </a:extLst>
          </p:cNvPr>
          <p:cNvCxnSpPr>
            <a:cxnSpLocks/>
            <a:stCxn id="9" idx="3"/>
            <a:endCxn id="19" idx="1"/>
          </p:cNvCxnSpPr>
          <p:nvPr/>
        </p:nvCxnSpPr>
        <p:spPr>
          <a:xfrm>
            <a:off x="4457905" y="1748990"/>
            <a:ext cx="1605617" cy="90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7972E6EA-2157-6F7C-73D1-70B3E79FC89C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4457905" y="4094741"/>
            <a:ext cx="15899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B427269-DBAC-F255-658F-A1A1DE69C894}"/>
              </a:ext>
            </a:extLst>
          </p:cNvPr>
          <p:cNvCxnSpPr>
            <a:cxnSpLocks/>
            <a:stCxn id="11" idx="3"/>
            <a:endCxn id="22" idx="1"/>
          </p:cNvCxnSpPr>
          <p:nvPr/>
        </p:nvCxnSpPr>
        <p:spPr>
          <a:xfrm>
            <a:off x="3914777" y="4985900"/>
            <a:ext cx="2164394" cy="20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E6537C1-23DB-0D15-2998-CCA297970673}"/>
              </a:ext>
            </a:extLst>
          </p:cNvPr>
          <p:cNvCxnSpPr>
            <a:cxnSpLocks/>
            <a:stCxn id="7" idx="3"/>
            <a:endCxn id="20" idx="1"/>
          </p:cNvCxnSpPr>
          <p:nvPr/>
        </p:nvCxnSpPr>
        <p:spPr>
          <a:xfrm>
            <a:off x="3914777" y="3301754"/>
            <a:ext cx="21643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908B113-A3B7-04E8-1BA4-E466694F2E27}"/>
              </a:ext>
            </a:extLst>
          </p:cNvPr>
          <p:cNvSpPr/>
          <p:nvPr/>
        </p:nvSpPr>
        <p:spPr>
          <a:xfrm flipV="1">
            <a:off x="0" y="6690280"/>
            <a:ext cx="9753600" cy="167720"/>
          </a:xfrm>
          <a:prstGeom prst="rect">
            <a:avLst/>
          </a:prstGeom>
          <a:solidFill>
            <a:srgbClr val="0A265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75B964-2128-8D63-5D10-F334333DC81B}"/>
              </a:ext>
            </a:extLst>
          </p:cNvPr>
          <p:cNvSpPr txBox="1"/>
          <p:nvPr/>
        </p:nvSpPr>
        <p:spPr>
          <a:xfrm>
            <a:off x="8153400" y="6606930"/>
            <a:ext cx="1046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3EE2F8-6653-EC55-789E-C168E185923F}"/>
              </a:ext>
            </a:extLst>
          </p:cNvPr>
          <p:cNvSpPr txBox="1"/>
          <p:nvPr/>
        </p:nvSpPr>
        <p:spPr>
          <a:xfrm>
            <a:off x="10886835" y="5960599"/>
            <a:ext cx="13051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200" b="1" dirty="0">
                <a:solidFill>
                  <a:srgbClr val="0A26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INDIAN</a:t>
            </a:r>
          </a:p>
          <a:p>
            <a:pPr algn="just"/>
            <a:r>
              <a:rPr lang="en-US" sz="1200" b="1" dirty="0">
                <a:solidFill>
                  <a:srgbClr val="0A26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INSTITUTE OF</a:t>
            </a:r>
          </a:p>
          <a:p>
            <a:pPr algn="just"/>
            <a:r>
              <a:rPr lang="en-US" sz="1200" b="1" dirty="0">
                <a:solidFill>
                  <a:srgbClr val="0A26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</a:p>
          <a:p>
            <a:pPr algn="just"/>
            <a:r>
              <a:rPr lang="en-US" sz="1200" b="1" dirty="0">
                <a:solidFill>
                  <a:srgbClr val="0A26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JODHPUR</a:t>
            </a:r>
          </a:p>
        </p:txBody>
      </p:sp>
      <p:pic>
        <p:nvPicPr>
          <p:cNvPr id="14" name="Picture 13" descr="A logo with a design on it&#10;&#10;Description automatically generated">
            <a:extLst>
              <a:ext uri="{FF2B5EF4-FFF2-40B4-BE49-F238E27FC236}">
                <a16:creationId xmlns:a16="http://schemas.microsoft.com/office/drawing/2014/main" id="{0C6995D7-260E-1736-A359-706A9A4BD2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604" y="5781368"/>
            <a:ext cx="976231" cy="107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17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41CEF-6AF8-BE42-4C26-69F32D106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003D76C-0BBD-153D-AA6D-E808C58AB0B4}"/>
              </a:ext>
            </a:extLst>
          </p:cNvPr>
          <p:cNvSpPr/>
          <p:nvPr/>
        </p:nvSpPr>
        <p:spPr>
          <a:xfrm flipV="1">
            <a:off x="0" y="6690280"/>
            <a:ext cx="9753600" cy="167720"/>
          </a:xfrm>
          <a:prstGeom prst="rect">
            <a:avLst/>
          </a:prstGeom>
          <a:solidFill>
            <a:srgbClr val="0A265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5248A4-ECB7-D7CB-A343-24378A0BE6D9}"/>
              </a:ext>
            </a:extLst>
          </p:cNvPr>
          <p:cNvSpPr txBox="1"/>
          <p:nvPr/>
        </p:nvSpPr>
        <p:spPr>
          <a:xfrm>
            <a:off x="8153400" y="6606930"/>
            <a:ext cx="1046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F5CE0E-92B7-ED58-FE52-2D06778B9854}"/>
              </a:ext>
            </a:extLst>
          </p:cNvPr>
          <p:cNvSpPr txBox="1"/>
          <p:nvPr/>
        </p:nvSpPr>
        <p:spPr>
          <a:xfrm>
            <a:off x="10886835" y="5960599"/>
            <a:ext cx="13051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200" b="1" dirty="0">
                <a:solidFill>
                  <a:srgbClr val="0A26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INDIAN</a:t>
            </a:r>
          </a:p>
          <a:p>
            <a:pPr algn="just"/>
            <a:r>
              <a:rPr lang="en-US" sz="1200" b="1" dirty="0">
                <a:solidFill>
                  <a:srgbClr val="0A26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INSTITUTE OF</a:t>
            </a:r>
          </a:p>
          <a:p>
            <a:pPr algn="just"/>
            <a:r>
              <a:rPr lang="en-US" sz="1200" b="1" dirty="0">
                <a:solidFill>
                  <a:srgbClr val="0A26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</a:p>
          <a:p>
            <a:pPr algn="just"/>
            <a:r>
              <a:rPr lang="en-US" sz="1200" b="1" dirty="0">
                <a:solidFill>
                  <a:srgbClr val="0A26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JODHPUR</a:t>
            </a:r>
          </a:p>
        </p:txBody>
      </p:sp>
      <p:pic>
        <p:nvPicPr>
          <p:cNvPr id="14" name="Picture 13" descr="A logo with a design on it&#10;&#10;Description automatically generated">
            <a:extLst>
              <a:ext uri="{FF2B5EF4-FFF2-40B4-BE49-F238E27FC236}">
                <a16:creationId xmlns:a16="http://schemas.microsoft.com/office/drawing/2014/main" id="{5E344269-FDAD-CE5E-174A-969A8E636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604" y="5781368"/>
            <a:ext cx="976231" cy="10766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EE598E-FB43-E664-1B79-2A096821D6F4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gency FB" panose="020B0503020202020204" pitchFamily="34" charset="0"/>
              </a:rPr>
              <a:t>NUMERICAL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432715-A53A-9CDC-0EFD-FF415023E5DF}"/>
              </a:ext>
            </a:extLst>
          </p:cNvPr>
          <p:cNvSpPr txBox="1"/>
          <p:nvPr/>
        </p:nvSpPr>
        <p:spPr>
          <a:xfrm>
            <a:off x="877824" y="982176"/>
            <a:ext cx="378561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Model – Abdel Rahman and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Achmus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Turbine Specifications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Embedment Depth = 30m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Diameter (D) = 7.5m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Domain = 10D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Friction Coefficient (Soil &amp; Pile) = 0.5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Vertical Load = 10MN (Self-weight)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Lateral Moment = 240 MN (8MN force acting 30m above seabed)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Specifications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Steel Pile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 = 7890 kg/m2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= 2.1*10^11 Pa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µ = 0.2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Sand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(Mohr-Coulomb)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Friction Angle = 35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Dilatation Angle = 5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0kPa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ℽsub = 11kN/m3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µ = 0.25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circular chart with a red sign&#10;&#10;AI-generated content may be incorrect.">
            <a:extLst>
              <a:ext uri="{FF2B5EF4-FFF2-40B4-BE49-F238E27FC236}">
                <a16:creationId xmlns:a16="http://schemas.microsoft.com/office/drawing/2014/main" id="{689C6A6E-5571-3595-6CE4-D968AC9CB2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189" y="982176"/>
            <a:ext cx="5543995" cy="30635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893087-BF2D-39C1-A744-A220FF72A5C4}"/>
              </a:ext>
            </a:extLst>
          </p:cNvPr>
          <p:cNvSpPr txBox="1"/>
          <p:nvPr/>
        </p:nvSpPr>
        <p:spPr>
          <a:xfrm>
            <a:off x="6077712" y="4297892"/>
            <a:ext cx="2590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 Specifications</a:t>
            </a: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of Elements = 11490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of Nodes = 54282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 Type = Hex20 (Quadratic)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BCs = Soil Sides lateral constraint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Soil bottom fixed</a:t>
            </a:r>
          </a:p>
        </p:txBody>
      </p:sp>
    </p:spTree>
    <p:extLst>
      <p:ext uri="{BB962C8B-B14F-4D97-AF65-F5344CB8AC3E}">
        <p14:creationId xmlns:p14="http://schemas.microsoft.com/office/powerpoint/2010/main" val="4189978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2A7C1-523D-82AF-26EF-DC156E011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B1FF239-8745-82FC-6419-BE44A6D11428}"/>
              </a:ext>
            </a:extLst>
          </p:cNvPr>
          <p:cNvSpPr/>
          <p:nvPr/>
        </p:nvSpPr>
        <p:spPr>
          <a:xfrm flipV="1">
            <a:off x="0" y="6690280"/>
            <a:ext cx="9753600" cy="167720"/>
          </a:xfrm>
          <a:prstGeom prst="rect">
            <a:avLst/>
          </a:prstGeom>
          <a:solidFill>
            <a:srgbClr val="0A265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4DEFE6-D94E-515C-33AA-609AE099EA26}"/>
              </a:ext>
            </a:extLst>
          </p:cNvPr>
          <p:cNvSpPr txBox="1"/>
          <p:nvPr/>
        </p:nvSpPr>
        <p:spPr>
          <a:xfrm>
            <a:off x="8153400" y="6606930"/>
            <a:ext cx="1046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DD9C-7078-2D39-CF73-BB119422F79A}"/>
              </a:ext>
            </a:extLst>
          </p:cNvPr>
          <p:cNvSpPr txBox="1"/>
          <p:nvPr/>
        </p:nvSpPr>
        <p:spPr>
          <a:xfrm>
            <a:off x="10886835" y="5960599"/>
            <a:ext cx="13051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200" b="1" dirty="0">
                <a:solidFill>
                  <a:srgbClr val="0A26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INDIAN</a:t>
            </a:r>
          </a:p>
          <a:p>
            <a:pPr algn="just"/>
            <a:r>
              <a:rPr lang="en-US" sz="1200" b="1" dirty="0">
                <a:solidFill>
                  <a:srgbClr val="0A26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INSTITUTE OF</a:t>
            </a:r>
          </a:p>
          <a:p>
            <a:pPr algn="just"/>
            <a:r>
              <a:rPr lang="en-US" sz="1200" b="1" dirty="0">
                <a:solidFill>
                  <a:srgbClr val="0A26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</a:p>
          <a:p>
            <a:pPr algn="just"/>
            <a:r>
              <a:rPr lang="en-US" sz="1200" b="1" dirty="0">
                <a:solidFill>
                  <a:srgbClr val="0A26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JODHPUR</a:t>
            </a:r>
          </a:p>
        </p:txBody>
      </p:sp>
      <p:pic>
        <p:nvPicPr>
          <p:cNvPr id="14" name="Picture 13" descr="A logo with a design on it&#10;&#10;Description automatically generated">
            <a:extLst>
              <a:ext uri="{FF2B5EF4-FFF2-40B4-BE49-F238E27FC236}">
                <a16:creationId xmlns:a16="http://schemas.microsoft.com/office/drawing/2014/main" id="{30744F28-CB49-EF6D-A456-4D1976FB6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604" y="5781368"/>
            <a:ext cx="976231" cy="1076632"/>
          </a:xfrm>
          <a:prstGeom prst="rect">
            <a:avLst/>
          </a:prstGeom>
        </p:spPr>
      </p:pic>
      <p:pic>
        <p:nvPicPr>
          <p:cNvPr id="7" name="Picture 6" descr="A rainbow colored cylindrical object&#10;&#10;AI-generated content may be incorrect.">
            <a:extLst>
              <a:ext uri="{FF2B5EF4-FFF2-40B4-BE49-F238E27FC236}">
                <a16:creationId xmlns:a16="http://schemas.microsoft.com/office/drawing/2014/main" id="{D35F0991-7F22-154F-BF32-1D694E450E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94" y="237743"/>
            <a:ext cx="8718272" cy="48188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442194-DD9F-7D9D-DDB0-E87E524FCF09}"/>
              </a:ext>
            </a:extLst>
          </p:cNvPr>
          <p:cNvSpPr txBox="1"/>
          <p:nvPr/>
        </p:nvSpPr>
        <p:spPr>
          <a:xfrm>
            <a:off x="9201569" y="1884986"/>
            <a:ext cx="19541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Displacement at the Seabed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= 4.043cm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= 4cm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Angle of Rotation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= 0.13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= 0.17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895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03880-4EFA-857E-4092-FE5BAC121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21D78A-8D62-1D29-B425-0A14F4E3300F}"/>
              </a:ext>
            </a:extLst>
          </p:cNvPr>
          <p:cNvSpPr/>
          <p:nvPr/>
        </p:nvSpPr>
        <p:spPr>
          <a:xfrm flipV="1">
            <a:off x="0" y="6690280"/>
            <a:ext cx="9753600" cy="167720"/>
          </a:xfrm>
          <a:prstGeom prst="rect">
            <a:avLst/>
          </a:prstGeom>
          <a:solidFill>
            <a:srgbClr val="0A265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F2993A-4D92-EC1A-F02E-988C5421BA54}"/>
              </a:ext>
            </a:extLst>
          </p:cNvPr>
          <p:cNvSpPr txBox="1"/>
          <p:nvPr/>
        </p:nvSpPr>
        <p:spPr>
          <a:xfrm>
            <a:off x="8153400" y="6606930"/>
            <a:ext cx="1046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2442F0-69C7-8C51-D764-AF16B9AB87E6}"/>
              </a:ext>
            </a:extLst>
          </p:cNvPr>
          <p:cNvSpPr txBox="1"/>
          <p:nvPr/>
        </p:nvSpPr>
        <p:spPr>
          <a:xfrm>
            <a:off x="10886835" y="5960599"/>
            <a:ext cx="13051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200" b="1" dirty="0">
                <a:solidFill>
                  <a:srgbClr val="0A26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INDIAN</a:t>
            </a:r>
          </a:p>
          <a:p>
            <a:pPr algn="just"/>
            <a:r>
              <a:rPr lang="en-US" sz="1200" b="1" dirty="0">
                <a:solidFill>
                  <a:srgbClr val="0A26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INSTITUTE OF</a:t>
            </a:r>
          </a:p>
          <a:p>
            <a:pPr algn="just"/>
            <a:r>
              <a:rPr lang="en-US" sz="1200" b="1" dirty="0">
                <a:solidFill>
                  <a:srgbClr val="0A26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</a:p>
          <a:p>
            <a:pPr algn="just"/>
            <a:r>
              <a:rPr lang="en-US" sz="1200" b="1" dirty="0">
                <a:solidFill>
                  <a:srgbClr val="0A26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JODHPUR</a:t>
            </a:r>
          </a:p>
        </p:txBody>
      </p:sp>
      <p:pic>
        <p:nvPicPr>
          <p:cNvPr id="11" name="Picture 10" descr="A logo with a design on it&#10;&#10;Description automatically generated">
            <a:extLst>
              <a:ext uri="{FF2B5EF4-FFF2-40B4-BE49-F238E27FC236}">
                <a16:creationId xmlns:a16="http://schemas.microsoft.com/office/drawing/2014/main" id="{18C0BC47-A817-9A98-5AC8-4362ABA105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604" y="5781368"/>
            <a:ext cx="976231" cy="1076632"/>
          </a:xfrm>
          <a:prstGeom prst="rect">
            <a:avLst/>
          </a:prstGeom>
        </p:spPr>
      </p:pic>
      <p:pic>
        <p:nvPicPr>
          <p:cNvPr id="3" name="Content Placeholder 4" descr="Diagram of a wind turbine&#10;&#10;Description automatically generated">
            <a:extLst>
              <a:ext uri="{FF2B5EF4-FFF2-40B4-BE49-F238E27FC236}">
                <a16:creationId xmlns:a16="http://schemas.microsoft.com/office/drawing/2014/main" id="{8991D32D-446E-290A-7A0B-C37BDAB36A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481" y="863167"/>
            <a:ext cx="3970228" cy="48614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20BEB0-47CD-79E3-4452-10E9877BF893}"/>
              </a:ext>
            </a:extLst>
          </p:cNvPr>
          <p:cNvSpPr txBox="1"/>
          <p:nvPr/>
        </p:nvSpPr>
        <p:spPr>
          <a:xfrm>
            <a:off x="1622724" y="1520785"/>
            <a:ext cx="3376979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Aerodynamic Loads - Thrust Force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- Drag Force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Hydrodynamic Loads - Wave Load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- Current Load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Hydrostatic Loads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Turbine Load - Self Weight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- 1P Load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-2P/3P Load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Seismic Loads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Marine Growth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Ice Load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5F2A43-5FC2-6C24-2A10-362F077E925D}"/>
              </a:ext>
            </a:extLst>
          </p:cNvPr>
          <p:cNvSpPr txBox="1"/>
          <p:nvPr/>
        </p:nvSpPr>
        <p:spPr>
          <a:xfrm>
            <a:off x="649577" y="333652"/>
            <a:ext cx="4497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gency FB" panose="020B0503020202020204" pitchFamily="34" charset="0"/>
              </a:rPr>
              <a:t>Offshore Environment</a:t>
            </a:r>
          </a:p>
        </p:txBody>
      </p:sp>
    </p:spTree>
    <p:extLst>
      <p:ext uri="{BB962C8B-B14F-4D97-AF65-F5344CB8AC3E}">
        <p14:creationId xmlns:p14="http://schemas.microsoft.com/office/powerpoint/2010/main" val="2133107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6730A-6AB2-C970-AE0A-3B0D41DD7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3D3EC89-71F7-912B-93D1-5A2142A77960}"/>
              </a:ext>
            </a:extLst>
          </p:cNvPr>
          <p:cNvSpPr/>
          <p:nvPr/>
        </p:nvSpPr>
        <p:spPr>
          <a:xfrm flipV="1">
            <a:off x="0" y="6690280"/>
            <a:ext cx="9753600" cy="167720"/>
          </a:xfrm>
          <a:prstGeom prst="rect">
            <a:avLst/>
          </a:prstGeom>
          <a:solidFill>
            <a:srgbClr val="0A265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1F9F56-3B75-A208-2579-90EC0D4F2C97}"/>
              </a:ext>
            </a:extLst>
          </p:cNvPr>
          <p:cNvSpPr txBox="1"/>
          <p:nvPr/>
        </p:nvSpPr>
        <p:spPr>
          <a:xfrm>
            <a:off x="8153400" y="6606930"/>
            <a:ext cx="1046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535033-BB9B-C1C0-32DC-5E671284CF52}"/>
              </a:ext>
            </a:extLst>
          </p:cNvPr>
          <p:cNvSpPr txBox="1"/>
          <p:nvPr/>
        </p:nvSpPr>
        <p:spPr>
          <a:xfrm>
            <a:off x="10886835" y="5960599"/>
            <a:ext cx="13051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200" b="1" dirty="0">
                <a:solidFill>
                  <a:srgbClr val="0A26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INDIAN</a:t>
            </a:r>
          </a:p>
          <a:p>
            <a:pPr algn="just"/>
            <a:r>
              <a:rPr lang="en-US" sz="1200" b="1" dirty="0">
                <a:solidFill>
                  <a:srgbClr val="0A26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INSTITUTE OF</a:t>
            </a:r>
          </a:p>
          <a:p>
            <a:pPr algn="just"/>
            <a:r>
              <a:rPr lang="en-US" sz="1200" b="1" dirty="0">
                <a:solidFill>
                  <a:srgbClr val="0A26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</a:p>
          <a:p>
            <a:pPr algn="just"/>
            <a:r>
              <a:rPr lang="en-US" sz="1200" b="1" dirty="0">
                <a:solidFill>
                  <a:srgbClr val="0A26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JODHPUR</a:t>
            </a:r>
          </a:p>
        </p:txBody>
      </p:sp>
      <p:pic>
        <p:nvPicPr>
          <p:cNvPr id="14" name="Picture 13" descr="A logo with a design on it&#10;&#10;Description automatically generated">
            <a:extLst>
              <a:ext uri="{FF2B5EF4-FFF2-40B4-BE49-F238E27FC236}">
                <a16:creationId xmlns:a16="http://schemas.microsoft.com/office/drawing/2014/main" id="{6FDAD897-D82C-C421-30C4-D5FC60B07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604" y="5781368"/>
            <a:ext cx="976231" cy="10766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B9CF1B-3EE4-6B54-D0CD-349FE41898A1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gency FB" panose="020B0503020202020204" pitchFamily="34" charset="0"/>
              </a:rPr>
              <a:t>LOADS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CF2642-FCA0-1255-9136-0FAC8095654E}"/>
              </a:ext>
            </a:extLst>
          </p:cNvPr>
          <p:cNvSpPr/>
          <p:nvPr/>
        </p:nvSpPr>
        <p:spPr>
          <a:xfrm>
            <a:off x="1330893" y="1002447"/>
            <a:ext cx="2435287" cy="4280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gency FB" panose="020B0503020202020204" pitchFamily="34" charset="0"/>
              </a:rPr>
              <a:t>Static Analysis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8F85B9B-8AE1-D4C7-AD08-277DF6D55FCB}"/>
              </a:ext>
            </a:extLst>
          </p:cNvPr>
          <p:cNvCxnSpPr>
            <a:cxnSpLocks/>
          </p:cNvCxnSpPr>
          <p:nvPr/>
        </p:nvCxnSpPr>
        <p:spPr>
          <a:xfrm>
            <a:off x="3766180" y="1222239"/>
            <a:ext cx="1596252" cy="9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4CD7246-686C-F823-9C70-715E55134EA4}"/>
              </a:ext>
            </a:extLst>
          </p:cNvPr>
          <p:cNvSpPr/>
          <p:nvPr/>
        </p:nvSpPr>
        <p:spPr>
          <a:xfrm>
            <a:off x="5362432" y="810303"/>
            <a:ext cx="3613028" cy="8337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Extreme Scenario</a:t>
            </a:r>
          </a:p>
          <a:p>
            <a:pPr marL="342900" indent="-342900">
              <a:buAutoNum type="arabicPeriod"/>
            </a:pPr>
            <a:r>
              <a:rPr lang="en-US" sz="1200" dirty="0"/>
              <a:t>ETM at rated wind speed with 50-year EWH</a:t>
            </a:r>
          </a:p>
          <a:p>
            <a:pPr marL="342900" indent="-342900">
              <a:buAutoNum type="arabicPeriod"/>
            </a:pPr>
            <a:r>
              <a:rPr lang="en-US" sz="1200" dirty="0"/>
              <a:t>50-year EOG Wind Load with 1-year MWH</a:t>
            </a:r>
          </a:p>
        </p:txBody>
      </p:sp>
      <p:pic>
        <p:nvPicPr>
          <p:cNvPr id="15" name="Picture 14" descr="A black lines with letters and numbers&#10;&#10;AI-generated content may be incorrect.">
            <a:extLst>
              <a:ext uri="{FF2B5EF4-FFF2-40B4-BE49-F238E27FC236}">
                <a16:creationId xmlns:a16="http://schemas.microsoft.com/office/drawing/2014/main" id="{B46803ED-213A-09CD-E54D-6BF46AE225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911" y="2529614"/>
            <a:ext cx="2938978" cy="1183900"/>
          </a:xfrm>
          <a:prstGeom prst="rect">
            <a:avLst/>
          </a:prstGeom>
        </p:spPr>
      </p:pic>
      <p:pic>
        <p:nvPicPr>
          <p:cNvPr id="17" name="Picture 16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E39334DA-3D50-2282-1315-8F22B864A1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165" y="4929791"/>
            <a:ext cx="2056246" cy="851577"/>
          </a:xfrm>
          <a:prstGeom prst="rect">
            <a:avLst/>
          </a:prstGeom>
        </p:spPr>
      </p:pic>
      <p:pic>
        <p:nvPicPr>
          <p:cNvPr id="19" name="Picture 18" descr="A math equations with numbers and lines&#10;&#10;AI-generated content may be incorrect.">
            <a:extLst>
              <a:ext uri="{FF2B5EF4-FFF2-40B4-BE49-F238E27FC236}">
                <a16:creationId xmlns:a16="http://schemas.microsoft.com/office/drawing/2014/main" id="{45F8E993-D917-9C62-06CD-2B07FDA762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183" y="4594712"/>
            <a:ext cx="2222408" cy="1038508"/>
          </a:xfrm>
          <a:prstGeom prst="rect">
            <a:avLst/>
          </a:prstGeom>
        </p:spPr>
      </p:pic>
      <p:pic>
        <p:nvPicPr>
          <p:cNvPr id="21" name="Picture 20" descr="A white paper with black text">
            <a:extLst>
              <a:ext uri="{FF2B5EF4-FFF2-40B4-BE49-F238E27FC236}">
                <a16:creationId xmlns:a16="http://schemas.microsoft.com/office/drawing/2014/main" id="{BBE191A8-A2A6-A4B7-BB3C-1FA96109E3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157" y="2261720"/>
            <a:ext cx="4797908" cy="226394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A6ACA02-7CF8-D0B1-13FC-D6C91D51DC87}"/>
              </a:ext>
            </a:extLst>
          </p:cNvPr>
          <p:cNvSpPr txBox="1"/>
          <p:nvPr/>
        </p:nvSpPr>
        <p:spPr>
          <a:xfrm>
            <a:off x="1207008" y="2029968"/>
            <a:ext cx="6949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ETM</a:t>
            </a:r>
            <a:endParaRPr lang="en-IN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F2C235-7AC6-AE3D-0C6F-1401F165E997}"/>
              </a:ext>
            </a:extLst>
          </p:cNvPr>
          <p:cNvSpPr txBox="1"/>
          <p:nvPr/>
        </p:nvSpPr>
        <p:spPr>
          <a:xfrm>
            <a:off x="1207008" y="4652792"/>
            <a:ext cx="6949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EOG</a:t>
            </a:r>
            <a:endParaRPr lang="en-IN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552002-0F41-75D4-4EB7-FEDA37BEA739}"/>
              </a:ext>
            </a:extLst>
          </p:cNvPr>
          <p:cNvSpPr txBox="1"/>
          <p:nvPr/>
        </p:nvSpPr>
        <p:spPr>
          <a:xfrm>
            <a:off x="7218132" y="2191029"/>
            <a:ext cx="9352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Drag Force</a:t>
            </a:r>
            <a:endParaRPr lang="en-IN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B7700A-BE57-9C31-53D7-0C7B3C12E7FA}"/>
              </a:ext>
            </a:extLst>
          </p:cNvPr>
          <p:cNvSpPr txBox="1"/>
          <p:nvPr/>
        </p:nvSpPr>
        <p:spPr>
          <a:xfrm>
            <a:off x="7306056" y="3999682"/>
            <a:ext cx="1216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Inertia Force</a:t>
            </a:r>
            <a:endParaRPr lang="en-IN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469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31366-84C0-AFCC-4C56-53071239B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FBEAF9C-71D3-0EF6-7E59-0C962082133E}"/>
              </a:ext>
            </a:extLst>
          </p:cNvPr>
          <p:cNvSpPr/>
          <p:nvPr/>
        </p:nvSpPr>
        <p:spPr>
          <a:xfrm flipV="1">
            <a:off x="0" y="6690280"/>
            <a:ext cx="9753600" cy="167720"/>
          </a:xfrm>
          <a:prstGeom prst="rect">
            <a:avLst/>
          </a:prstGeom>
          <a:solidFill>
            <a:srgbClr val="0A265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0D07D4-9B5E-4CBE-BDED-AF41EA51F4EF}"/>
              </a:ext>
            </a:extLst>
          </p:cNvPr>
          <p:cNvSpPr txBox="1"/>
          <p:nvPr/>
        </p:nvSpPr>
        <p:spPr>
          <a:xfrm>
            <a:off x="8153400" y="6606930"/>
            <a:ext cx="1046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1B54FF-DCB6-7A4B-5C88-38B9F8236A1B}"/>
              </a:ext>
            </a:extLst>
          </p:cNvPr>
          <p:cNvSpPr txBox="1"/>
          <p:nvPr/>
        </p:nvSpPr>
        <p:spPr>
          <a:xfrm>
            <a:off x="10886835" y="5960599"/>
            <a:ext cx="13051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200" b="1" dirty="0">
                <a:solidFill>
                  <a:srgbClr val="0A26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INDIAN</a:t>
            </a:r>
          </a:p>
          <a:p>
            <a:pPr algn="just"/>
            <a:r>
              <a:rPr lang="en-US" sz="1200" b="1" dirty="0">
                <a:solidFill>
                  <a:srgbClr val="0A26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INSTITUTE OF</a:t>
            </a:r>
          </a:p>
          <a:p>
            <a:pPr algn="just"/>
            <a:r>
              <a:rPr lang="en-US" sz="1200" b="1" dirty="0">
                <a:solidFill>
                  <a:srgbClr val="0A26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</a:p>
          <a:p>
            <a:pPr algn="just"/>
            <a:r>
              <a:rPr lang="en-US" sz="1200" b="1" dirty="0">
                <a:solidFill>
                  <a:srgbClr val="0A26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JODHPUR</a:t>
            </a:r>
          </a:p>
        </p:txBody>
      </p:sp>
      <p:pic>
        <p:nvPicPr>
          <p:cNvPr id="14" name="Picture 13" descr="A logo with a design on it&#10;&#10;Description automatically generated">
            <a:extLst>
              <a:ext uri="{FF2B5EF4-FFF2-40B4-BE49-F238E27FC236}">
                <a16:creationId xmlns:a16="http://schemas.microsoft.com/office/drawing/2014/main" id="{62CB2D22-99AC-D1C1-0C80-5604545DC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604" y="5781368"/>
            <a:ext cx="976231" cy="107663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6CB0CF6-20FA-E53D-9E08-7B0EEDFBDBE5}"/>
              </a:ext>
            </a:extLst>
          </p:cNvPr>
          <p:cNvSpPr/>
          <p:nvPr/>
        </p:nvSpPr>
        <p:spPr>
          <a:xfrm>
            <a:off x="1157157" y="393182"/>
            <a:ext cx="2435287" cy="4280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gency FB" panose="020B0503020202020204" pitchFamily="34" charset="0"/>
              </a:rPr>
              <a:t>Dynamic Analysis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A939D86-F3E7-0C10-4520-C7275DCC43CF}"/>
              </a:ext>
            </a:extLst>
          </p:cNvPr>
          <p:cNvSpPr/>
          <p:nvPr/>
        </p:nvSpPr>
        <p:spPr>
          <a:xfrm>
            <a:off x="1157157" y="1145063"/>
            <a:ext cx="3613028" cy="8337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Simulation- ANSYS</a:t>
            </a:r>
          </a:p>
          <a:p>
            <a:pPr marL="342900" indent="-342900">
              <a:buAutoNum type="arabicPeriod"/>
            </a:pPr>
            <a:r>
              <a:rPr lang="en-US" sz="1200" dirty="0"/>
              <a:t>Aerodynamic - CFX</a:t>
            </a:r>
          </a:p>
          <a:p>
            <a:pPr marL="342900" indent="-342900">
              <a:buAutoNum type="arabicPeriod"/>
            </a:pPr>
            <a:r>
              <a:rPr lang="en-US" sz="1200" dirty="0"/>
              <a:t>Hydrodynamic- FLUENT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9ED0228-868B-41F9-29E5-1587FE894A11}"/>
              </a:ext>
            </a:extLst>
          </p:cNvPr>
          <p:cNvSpPr/>
          <p:nvPr/>
        </p:nvSpPr>
        <p:spPr>
          <a:xfrm>
            <a:off x="5587188" y="1145063"/>
            <a:ext cx="3613028" cy="8337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Simulation- FAST/ </a:t>
            </a:r>
            <a:r>
              <a:rPr lang="en-US" sz="1200" dirty="0" err="1"/>
              <a:t>openFAST</a:t>
            </a:r>
            <a:endParaRPr lang="en-US" sz="1200" dirty="0"/>
          </a:p>
          <a:p>
            <a:pPr marL="342900" indent="-342900">
              <a:buAutoNum type="arabicPeriod"/>
            </a:pPr>
            <a:r>
              <a:rPr lang="en-US" sz="1200" dirty="0"/>
              <a:t>Aerodynamic - </a:t>
            </a:r>
            <a:r>
              <a:rPr lang="en-US" sz="1200" dirty="0" err="1"/>
              <a:t>Aerodyn</a:t>
            </a:r>
            <a:endParaRPr lang="en-US" sz="1200" dirty="0"/>
          </a:p>
          <a:p>
            <a:pPr marL="342900" indent="-342900">
              <a:buAutoNum type="arabicPeriod"/>
            </a:pPr>
            <a:r>
              <a:rPr lang="en-US" sz="1200" dirty="0"/>
              <a:t>Hydrodynamic- </a:t>
            </a:r>
            <a:r>
              <a:rPr lang="en-US" sz="1200" dirty="0" err="1"/>
              <a:t>Hydrodyn</a:t>
            </a:r>
            <a:endParaRPr lang="en-US" sz="12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1594B52-9A2A-DF3F-2CA7-4DCF661F1019}"/>
              </a:ext>
            </a:extLst>
          </p:cNvPr>
          <p:cNvSpPr/>
          <p:nvPr/>
        </p:nvSpPr>
        <p:spPr>
          <a:xfrm>
            <a:off x="1157157" y="2302622"/>
            <a:ext cx="2052387" cy="52287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Load Time Histories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4B58346-D3F4-D4A6-85D4-80437B6D6417}"/>
              </a:ext>
            </a:extLst>
          </p:cNvPr>
          <p:cNvSpPr/>
          <p:nvPr/>
        </p:nvSpPr>
        <p:spPr>
          <a:xfrm>
            <a:off x="3534800" y="2351006"/>
            <a:ext cx="7904344" cy="52287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Wind Speed Time History                  </a:t>
            </a:r>
            <a:r>
              <a:rPr lang="en-US" sz="1200"/>
              <a:t>Wind Spectrum</a:t>
            </a:r>
            <a:endParaRPr lang="en-US" sz="1200" dirty="0"/>
          </a:p>
          <a:p>
            <a:r>
              <a:rPr lang="en-US" sz="1200" dirty="0"/>
              <a:t>Water Particle Velocity, Water Particle Acceleration                  Wave Spectrum (Significant Wave Height)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379DD19-DCE3-4D02-FB15-7F2B5787A59F}"/>
              </a:ext>
            </a:extLst>
          </p:cNvPr>
          <p:cNvCxnSpPr/>
          <p:nvPr/>
        </p:nvCxnSpPr>
        <p:spPr>
          <a:xfrm>
            <a:off x="7019544" y="2724912"/>
            <a:ext cx="4968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5DDD684-EE6F-1581-0681-4A75CF4F54D4}"/>
              </a:ext>
            </a:extLst>
          </p:cNvPr>
          <p:cNvCxnSpPr/>
          <p:nvPr/>
        </p:nvCxnSpPr>
        <p:spPr>
          <a:xfrm>
            <a:off x="5338776" y="2529840"/>
            <a:ext cx="4968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4040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" grpId="0" animBg="1"/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1362</TotalTime>
  <Words>362</Words>
  <Application>Microsoft Macintosh PowerPoint</Application>
  <PresentationFormat>Widescreen</PresentationFormat>
  <Paragraphs>121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Agency FB</vt:lpstr>
      <vt:lpstr>Aptos</vt:lpstr>
      <vt:lpstr>Aptos Display</vt:lpstr>
      <vt:lpstr>Arial</vt:lpstr>
      <vt:lpstr>Bookman Old Style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Falak Khan (P23CI0013)</dc:creator>
  <cp:lastModifiedBy>Falak Khan (P23CI0013)</cp:lastModifiedBy>
  <cp:revision>9</cp:revision>
  <dcterms:created xsi:type="dcterms:W3CDTF">2025-10-01T06:38:56Z</dcterms:created>
  <dcterms:modified xsi:type="dcterms:W3CDTF">2025-10-09T03:26:41Z</dcterms:modified>
</cp:coreProperties>
</file>